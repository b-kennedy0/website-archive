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0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265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26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498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45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10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95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32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59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42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73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4D6F4-4659-4F66-A8D5-83487AA4E445}" type="datetimeFigureOut">
              <a:rPr lang="en-GB" smtClean="0"/>
              <a:t>02/04/2019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9C7F8-67A7-4C42-8BC8-1C4E70106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97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ink.bradleykennedy.co.uk/study1-voucher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hyperlink" Target="http://link.bradleykennedy.co.uk/result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61999"/>
            <a:ext cx="9144000" cy="1071563"/>
          </a:xfrm>
        </p:spPr>
        <p:txBody>
          <a:bodyPr/>
          <a:lstStyle/>
          <a:p>
            <a:r>
              <a:rPr lang="en-GB" dirty="0" smtClean="0"/>
              <a:t>Thanks for taking part!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08392"/>
            <a:ext cx="9144000" cy="919162"/>
          </a:xfrm>
        </p:spPr>
        <p:txBody>
          <a:bodyPr>
            <a:normAutofit/>
          </a:bodyPr>
          <a:lstStyle/>
          <a:p>
            <a:r>
              <a:rPr lang="en-GB" dirty="0" smtClean="0"/>
              <a:t>Which reward are you collecting: </a:t>
            </a:r>
          </a:p>
          <a:p>
            <a:r>
              <a:rPr lang="en-GB" dirty="0" smtClean="0"/>
              <a:t>(please click)</a:t>
            </a:r>
            <a:endParaRPr lang="en-GB" dirty="0"/>
          </a:p>
        </p:txBody>
      </p:sp>
      <p:sp>
        <p:nvSpPr>
          <p:cNvPr id="7" name="Rounded Rectangle 6">
            <a:hlinkClick r:id="rId2" action="ppaction://hlinksldjump" highlightClick="1"/>
          </p:cNvPr>
          <p:cNvSpPr/>
          <p:nvPr/>
        </p:nvSpPr>
        <p:spPr>
          <a:xfrm>
            <a:off x="3226280" y="3295614"/>
            <a:ext cx="2398144" cy="638354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/>
              <a:t>RPS Credits</a:t>
            </a:r>
            <a:endParaRPr lang="en-GB" sz="2400" dirty="0"/>
          </a:p>
        </p:txBody>
      </p:sp>
      <p:sp>
        <p:nvSpPr>
          <p:cNvPr id="8" name="Rounded Rectangle 7">
            <a:hlinkClick r:id="rId3" tooltip="£2 Amazon Voucher"/>
          </p:cNvPr>
          <p:cNvSpPr/>
          <p:nvPr/>
        </p:nvSpPr>
        <p:spPr>
          <a:xfrm>
            <a:off x="6724098" y="3295614"/>
            <a:ext cx="2894842" cy="638354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/>
              <a:t>£2 Amazon Voucher</a:t>
            </a:r>
            <a:endParaRPr lang="en-GB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864" y="76198"/>
            <a:ext cx="2167132" cy="6858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390012"/>
            <a:ext cx="5236234" cy="46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33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0506" y="1191494"/>
            <a:ext cx="7900358" cy="1565275"/>
          </a:xfrm>
        </p:spPr>
        <p:txBody>
          <a:bodyPr/>
          <a:lstStyle/>
          <a:p>
            <a:pPr algn="ctr"/>
            <a:r>
              <a:rPr lang="en-GB" dirty="0" smtClean="0"/>
              <a:t>Would you like to hear about the result of the study?</a:t>
            </a:r>
            <a:endParaRPr lang="en-GB" dirty="0"/>
          </a:p>
        </p:txBody>
      </p:sp>
      <p:sp>
        <p:nvSpPr>
          <p:cNvPr id="6" name="Rounded Rectangle 5">
            <a:hlinkClick r:id="rId2" tooltip="Yes, please!"/>
          </p:cNvPr>
          <p:cNvSpPr/>
          <p:nvPr/>
        </p:nvSpPr>
        <p:spPr>
          <a:xfrm>
            <a:off x="3147443" y="3258381"/>
            <a:ext cx="2398144" cy="638354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/>
              <a:t>Yes, please!</a:t>
            </a:r>
            <a:endParaRPr lang="en-GB" sz="2400" dirty="0"/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780363" y="3258381"/>
            <a:ext cx="2398144" cy="638354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/>
              <a:t>No, thanks</a:t>
            </a:r>
            <a:endParaRPr lang="en-GB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864" y="76198"/>
            <a:ext cx="2167132" cy="6858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390012"/>
            <a:ext cx="5236234" cy="46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2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43175"/>
          </a:xfrm>
        </p:spPr>
        <p:txBody>
          <a:bodyPr/>
          <a:lstStyle/>
          <a:p>
            <a:pPr algn="ctr"/>
            <a:r>
              <a:rPr lang="en-GB" dirty="0" smtClean="0"/>
              <a:t>Ok, no problem</a:t>
            </a:r>
            <a:br>
              <a:rPr lang="en-GB" dirty="0" smtClean="0"/>
            </a:br>
            <a:r>
              <a:rPr lang="en-GB" dirty="0" smtClean="0"/>
              <a:t>Thank you again for taking part</a:t>
            </a:r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38200" y="3171826"/>
            <a:ext cx="10515600" cy="1253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/>
              <a:t>The study is now complete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864" y="76198"/>
            <a:ext cx="2167132" cy="6858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390012"/>
            <a:ext cx="5236234" cy="467988"/>
          </a:xfrm>
          <a:prstGeom prst="rect">
            <a:avLst/>
          </a:prstGeom>
        </p:spPr>
      </p:pic>
      <p:sp>
        <p:nvSpPr>
          <p:cNvPr id="3" name="Action Button: Home 2">
            <a:hlinkClick r:id="" action="ppaction://hlinkshowjump?jump=firstslide" highlightClick="1">
              <a:snd r:embed="rId4" name="click.wav"/>
            </a:hlinkClick>
          </p:cNvPr>
          <p:cNvSpPr/>
          <p:nvPr/>
        </p:nvSpPr>
        <p:spPr>
          <a:xfrm>
            <a:off x="11734800" y="6390012"/>
            <a:ext cx="353196" cy="353683"/>
          </a:xfrm>
          <a:prstGeom prst="actionButtonHom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20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Thanks for taking part!</vt:lpstr>
      <vt:lpstr>Would you like to hear about the result of the study?</vt:lpstr>
      <vt:lpstr>Ok, no problem Thank you again for taking part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Thanks for taking part!</dc:title>
  <dc:creator>Brad Kennedy</dc:creator>
  <cp:lastModifiedBy>Brad Kennedy</cp:lastModifiedBy>
  <cp:revision>5</cp:revision>
  <dcterms:created xsi:type="dcterms:W3CDTF">2019-03-22T12:28:12Z</dcterms:created>
  <dcterms:modified xsi:type="dcterms:W3CDTF">2019-04-02T16:57:10Z</dcterms:modified>
</cp:coreProperties>
</file>